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5" r:id="rId26"/>
    <p:sldId id="277" r:id="rId2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6" r:id="rId27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3.xml"/><Relationship Id="rId27" Type="http://schemas.openxmlformats.org/officeDocument/2006/relationships/slide" Target="slides/slide17.xml"/><Relationship Id="rId2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D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MediScript-E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D4E3"/>
                </a:solidFill>
              </a:rPr>
              <a:t>A Secure Digital Healthcare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D4E3"/>
                </a:solidFill>
              </a:rPr>
              <a:t>Software Engineering Course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2044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Tushar Barua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CSE — USTC, Chittagong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2024–2025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E3"/>
                </a:solidFill>
              </a:rPr>
              <a:t>🌐  mediscript-e.vercel.app</a:t>
            </a:r>
          </a:p>
        </p:txBody>
      </p:sp>
      <p:pic>
        <p:nvPicPr>
          <p:cNvPr id="10" name="Picture 9" descr="Landing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47051"/>
            <a:ext cx="5212080" cy="25638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IEEE —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731520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6080"/>
                </a:solidFill>
              </a:rPr>
              <a:t>What is MediScript-E?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•  Full-stack digital healthcare platform</a:t>
            </a:r>
          </a:p>
          <a:p>
            <a:pPr algn="l"/>
            <a:r>
              <a:rPr sz="1500" b="0">
                <a:solidFill>
                  <a:srgbClr val="1E293B"/>
                </a:solidFill>
              </a:rPr>
              <a:t>•  Connects Patients, Doctors, and Administrators</a:t>
            </a:r>
          </a:p>
          <a:p>
            <a:pPr algn="l"/>
            <a:r>
              <a:rPr sz="1500" b="0">
                <a:solidFill>
                  <a:srgbClr val="1E293B"/>
                </a:solidFill>
              </a:rPr>
              <a:t>•  Built following complete SDLC methodology</a:t>
            </a:r>
          </a:p>
          <a:p>
            <a:pPr algn="l"/>
            <a:r>
              <a:rPr sz="1500" b="0">
                <a:solidFill>
                  <a:srgbClr val="1E293B"/>
                </a:solidFill>
              </a:rPr>
              <a:t>•  Digitizes the entire patient-doctor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080"/>
                </a:solidFill>
              </a:rPr>
              <a:t>Core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05072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•  Digitize patient-doctor workflow end-to-end</a:t>
            </a:r>
          </a:p>
          <a:p>
            <a:pPr algn="l"/>
            <a:r>
              <a:rPr sz="1400" b="0">
                <a:solidFill>
                  <a:srgbClr val="1E293B"/>
                </a:solidFill>
              </a:rPr>
              <a:t>•  Secure medical data in the cloud</a:t>
            </a:r>
          </a:p>
          <a:p>
            <a:pPr algn="l"/>
            <a:r>
              <a:rPr sz="1400" b="0">
                <a:solidFill>
                  <a:srgbClr val="1E293B"/>
                </a:solidFill>
              </a:rPr>
              <a:t>•  Automate medicine reminders via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Built with:  Next.js  ·  TypeScript  ·  PostgreSQL  ·  Vercel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  <p:pic>
        <p:nvPicPr>
          <p:cNvPr id="14" name="Picture 13" descr="Patient-Dashboard-overview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461176"/>
            <a:ext cx="3749039" cy="18442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3560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25880"/>
            <a:ext cx="502920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3560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Related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43560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IEEE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75688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854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075688"/>
            <a:ext cx="5029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1854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185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SDLC Phase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25496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9352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825496"/>
            <a:ext cx="502920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9352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Proposed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9352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SDLC Phase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75304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850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575304"/>
            <a:ext cx="5029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6850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Requirements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6850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SDLC Phase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25112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34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325112"/>
            <a:ext cx="502920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434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Use Cases &amp; Actors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434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SDLC Phase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074920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18464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5074920"/>
            <a:ext cx="5029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1846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System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51846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SDLC Phase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824728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9344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5824728"/>
            <a:ext cx="502920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9344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Database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59344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SDLC Phase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1325880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143560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2280" y="1325880"/>
            <a:ext cx="502920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143560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Tech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143560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SDLC Phase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075688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21854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12280" y="2075688"/>
            <a:ext cx="5029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03720" y="21854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Auth &amp; Security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2185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SDLC Phase 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825496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9352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80" y="2825496"/>
            <a:ext cx="502920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03720" y="29352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Core Features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4120" y="29352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SDLC Phase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3575304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36850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12280" y="3575304"/>
            <a:ext cx="5029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3720" y="36850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Testing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04120" y="36850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SDLC Phase 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4325112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4434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4325112"/>
            <a:ext cx="502920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03720" y="4434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Results &amp; Deployment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04120" y="4434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SDLC Phase 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5074920"/>
            <a:ext cx="457200" cy="566928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518464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12280" y="5074920"/>
            <a:ext cx="5029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03720" y="51846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Challenges &amp; Conclusion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51846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6080"/>
                </a:solidFill>
              </a:rPr>
              <a:t>IEEE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IEEE — Existing Systems &amp; Gap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2588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Primary Focus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What It Lacks (Combined)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Practo (India)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Doctor discovery &amp; appointment booking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No unified: reminders + vault + AI chatbot + open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Zocdoc (USA)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Online appointment scheduling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No unified: e-prescriptions + 2FA + AI + free open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HealthTap (USA)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AI symptom checker + doctor chat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No unified: appointment booking + RBAC + prescription PDF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Manual / Paper-based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Traditional in-person healthcare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No digitization at all — records lost, no reminders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572000"/>
            <a:ext cx="11430000" cy="1783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080"/>
                </a:solidFill>
              </a:rP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47488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</a:rPr>
              <a:t>•  Each platform solves one problem — none combines all features in a single free, open system</a:t>
            </a:r>
          </a:p>
          <a:p>
            <a:pPr algn="l"/>
            <a:r>
              <a:rPr sz="1300">
                <a:solidFill>
                  <a:srgbClr val="1E293B"/>
                </a:solidFill>
              </a:rPr>
              <a:t>•  No existing free platform offers: booking + e-prescription + reminders + vault + AI chatbot + 2FA + RBAC</a:t>
            </a:r>
          </a:p>
          <a:p>
            <a:pPr algn="l"/>
            <a:r>
              <a:rPr sz="1300">
                <a:solidFill>
                  <a:srgbClr val="1E293B"/>
                </a:solidFill>
              </a:rPr>
              <a:t>•  MediScript-E fills this gap — unified, secure, role-based, and production-deployed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1 — Requirements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Pain Point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Reality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Prescriptions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Lost, damaged, inaccessible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Appointments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Phone calls &amp; physical visits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Medical Records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Scattered across multiple hospitals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Medicine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No reminders — often forgotten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Data Security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No role-based access control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663440"/>
            <a:ext cx="7772400" cy="822960"/>
          </a:xfrm>
          <a:prstGeom prst="rect">
            <a:avLst/>
          </a:prstGeom>
          <a:solidFill>
            <a:srgbClr val="0D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36592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"Healthcare data is fragmented, insecure, and inaccessible when needed most."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1 — Requirements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6080"/>
                </a:solidFill>
              </a:rPr>
              <a:t>One Platform. Three Roles. Complete Workflow.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Key Capabilities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👤  Patient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Book appointments · View prescriptions · Set reminders · Upload records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👨‍⚕️  Doctor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Manage appointments · Issue digital prescriptions · Archive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🛡️  Admin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Monitor platform · Manage users · View all appointments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080"/>
                </a:solidFill>
              </a:rPr>
              <a:t>Result: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End-to-end digital healthcare — from booking to prescription to secure storage.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080"/>
                </a:solidFill>
              </a:rPr>
              <a:t>25+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766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API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846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080"/>
                </a:solidFill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53766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DB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846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08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53766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User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4846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080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53766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Core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846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080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3766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Live on Vercel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Requirements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1 — Functional &amp; Non-Functional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080"/>
                </a:solidFill>
              </a:rPr>
              <a:t>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FR1: Register &amp; login with email verification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FR2: Book appointments with available doctors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FR3: View &amp; download prescriptions as PDF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FR4: Set medicine reminders — automated email alerts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FR5: Upload &amp; manage medical records (cloud)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FR6: Doctor manages appointments &amp; prescriptions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FR7: Admin monitors users &amp; platform stats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4864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080"/>
                </a:solidFill>
              </a:rPr>
              <a:t>Non-Functional Requirements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1828800"/>
          <a:ext cx="5120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NFR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2FA, RBAC, bcrypt, JWT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Serverless, connection pooling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Scalability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Vercel + Supabase managed infra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Usability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Responsive, mobile-friendly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Reliability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Token expiry, cascade delete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Maintainability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TypeScript, Prisma 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Use Cases &amp; 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1 — Requirements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0292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080"/>
                </a:solidFill>
              </a:rP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👤  Patient</a:t>
            </a:r>
          </a:p>
          <a:p>
            <a:pPr algn="l"/>
            <a:r>
              <a:rPr sz="1400" b="0">
                <a:solidFill>
                  <a:srgbClr val="1E293B"/>
                </a:solidFill>
              </a:rPr>
              <a:t>👨⚕️  Doctor</a:t>
            </a:r>
          </a:p>
          <a:p>
            <a:pPr algn="l"/>
            <a:r>
              <a:rPr sz="1400" b="0">
                <a:solidFill>
                  <a:srgbClr val="1E293B"/>
                </a:solidFill>
              </a:rPr>
              <a:t>🛡️  Admin</a:t>
            </a:r>
          </a:p>
          <a:p>
            <a:pPr algn="l"/>
            <a:r>
              <a:rPr sz="1400" b="0">
                <a:solidFill>
                  <a:srgbClr val="1E293B"/>
                </a:solidFill>
              </a:rPr>
              <a:t>⚙️  Cron System (automated)</a:t>
            </a:r>
          </a:p>
          <a:p>
            <a:pPr algn="l"/>
            <a:r>
              <a:rPr sz="1400" b="0">
                <a:solidFill>
                  <a:srgbClr val="1E293B"/>
                </a:solidFill>
              </a:rPr>
              <a:t>🔗  OAuth Provider (Google / GitHub)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080"/>
                </a:solidFill>
              </a:rPr>
              <a:t>Appointment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60520"/>
            <a:ext cx="4663440" cy="548640"/>
          </a:xfrm>
          <a:prstGeom prst="rect">
            <a:avLst/>
          </a:prstGeom>
          <a:solidFill>
            <a:srgbClr val="0D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PENDING  →  CONFIRMED  →  COMPLETED  |  CANCELLED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280160"/>
            <a:ext cx="603504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080"/>
                </a:solidFill>
              </a:rPr>
              <a:t>Key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78308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UC1:  Register → Verify Email → Login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UC2:  Patient books appointment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UC3:  Doctor confirms &amp; issues prescription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UC4:  Patient downloads prescription PDF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UC5:  Patient sets reminder → receives email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UC6:  Admin manages users &amp; monitors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  <p:pic>
        <p:nvPicPr>
          <p:cNvPr id="17" name="Picture 16" descr="Landing-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623" y="4846320"/>
            <a:ext cx="2881232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2 — 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772400" cy="9144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PRESENTATION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E3"/>
                </a:solidFill>
              </a:rPr>
              <a:t>Next.js App Router  ·  React 19  · 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94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6080"/>
                </a:solidFill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7772400" cy="914400"/>
          </a:xfrm>
          <a:prstGeom prst="rect">
            <a:avLst/>
          </a:prstGeom>
          <a:solidFill>
            <a:srgbClr val="0D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APPLICATION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986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E3"/>
                </a:solidFill>
              </a:rPr>
              <a:t>Next.js Serverless API Routes  ·  NextAuth.js  ·  Prisma 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337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6080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7772400" cy="914400"/>
          </a:xfrm>
          <a:prstGeom prst="rect">
            <a:avLst/>
          </a:prstGeom>
          <a:solidFill>
            <a:srgbClr val="0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393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416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E3"/>
                </a:solidFill>
              </a:rPr>
              <a:t>PostgreSQL (Supabase)  ·  Supabase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7772400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080"/>
                </a:solidFill>
              </a:rPr>
              <a:t>External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Groq API (Llama 3.1)  ·  Nodemailer (Gmail SMTP)  ·  Google &amp; GitHub OAuth  ·  GitHub Actions (Cron)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  <p:pic>
        <p:nvPicPr>
          <p:cNvPr id="22" name="Picture 21" descr="Landing-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962617"/>
            <a:ext cx="3383280" cy="16642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2 — 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713232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080"/>
                </a:solidFill>
              </a:rPr>
              <a:t>Schema Overview  —  9 Models · 3 Roles · Cascade Delete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766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User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    ├──  DoctorProfile   →  Appointment[ ]  ·  Prescription[ ]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    └──  PatientProfile  →  Appointment[ ]  ·  Prescription[ ]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                              MedicalVault[ ]  ·  MedicineReminder[ ]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ContactMessage  (standalone)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Testimonial     (standalone)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080"/>
                </a:solidFill>
              </a:rPr>
              <a:t>Key Design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6766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Soft archive on prescriptions  (archivedByDoctor flag)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OTP stored temporarily — cleared after verification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Cascade delete — no orphan records on user deletion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  <p:pic>
        <p:nvPicPr>
          <p:cNvPr id="13" name="Picture 12" descr="Landing-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805185"/>
            <a:ext cx="4023360" cy="19791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3 — Implementation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65512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Framework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Next.js 16 (App Router)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Full-stack web framework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TypeScript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Type safety across codebase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Styling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Tailwind CSS 4 + Framer Motion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UI &amp; animations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NextAuth.js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JWT sessions + OAuth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ORM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Prisma 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Type-safe DB queries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PostgreSQL via Supabase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Managed relational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Storage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Supabase Storage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Medical file uploads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Nodemailer (Gmail SMTP)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Verification, OTP, reminders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Groq SDK — Llama 3.1 8B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MediBot chatbot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Vercel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Serverless hosting +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Authentication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3 —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02920" cy="54864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9903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325880"/>
            <a:ext cx="777240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080"/>
                </a:solidFill>
              </a:rPr>
              <a:t>Email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18488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crypto token · 24h expiry · account inactive until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0552"/>
            <a:ext cx="502920" cy="54864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037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130552"/>
            <a:ext cx="777240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76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080"/>
                </a:solidFill>
              </a:rPr>
              <a:t>Password Hashing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23160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bcryptjs · 10 salt rounds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35224"/>
            <a:ext cx="502920" cy="54864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083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935224"/>
            <a:ext cx="777240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9809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080"/>
                </a:solidFill>
              </a:rPr>
              <a:t>Two-Factor Auth (2FA)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227832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email OTP · 6 digits · 10 min expiry · optional per user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39896"/>
            <a:ext cx="502920" cy="54864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813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739896"/>
            <a:ext cx="777240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78561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080"/>
                </a:solidFill>
              </a:rPr>
              <a:t>OAuth 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032504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Google &amp; GitHub · auto email-verified · profile auto-created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44568"/>
            <a:ext cx="502920" cy="54864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617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544568"/>
            <a:ext cx="777240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590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080"/>
                </a:solidFill>
              </a:rPr>
              <a:t>JWT Sessions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837176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30-day expiry · role stored in token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49240"/>
            <a:ext cx="502920" cy="54864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4223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5349240"/>
            <a:ext cx="777240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080"/>
                </a:solidFill>
              </a:rPr>
              <a:t>RBAC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641848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every API route checks role + ownership on PATCH/DELETE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  <p:pic>
        <p:nvPicPr>
          <p:cNvPr id="39" name="Picture 38" descr="2FA-OTP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771679"/>
            <a:ext cx="2834640" cy="1394400"/>
          </a:xfrm>
          <a:prstGeom prst="rect">
            <a:avLst/>
          </a:prstGeom>
        </p:spPr>
      </p:pic>
      <p:pic>
        <p:nvPicPr>
          <p:cNvPr id="40" name="Picture 39" descr="Landing-pag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4194839"/>
            <a:ext cx="2834640" cy="139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Patient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3 —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</a:rPr>
              <a:t>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3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080"/>
                </a:solidFill>
              </a:rPr>
              <a:t>Appointment Booking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202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Select doctor → pick date &amp; time → confirm booking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</a:rP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46303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080"/>
                </a:solidFill>
              </a:rPr>
              <a:t>E-Prescription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9202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View diagnosis + medications → download as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</a:rPr>
              <a:t>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86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080"/>
                </a:solidFill>
              </a:rPr>
              <a:t>Medicine Reminders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43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Set schedule → receive automated email alerts daily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</a:rPr>
              <a:t>🗂️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886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080"/>
                </a:solidFill>
              </a:rPr>
              <a:t>Medical Vault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343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Upload reports → stored securely in Supabase cloud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  <p:pic>
        <p:nvPicPr>
          <p:cNvPr id="27" name="Picture 26" descr="Patient-Dashboard-overview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664" y="2514600"/>
            <a:ext cx="1580030" cy="777240"/>
          </a:xfrm>
          <a:prstGeom prst="rect">
            <a:avLst/>
          </a:prstGeom>
        </p:spPr>
      </p:pic>
      <p:pic>
        <p:nvPicPr>
          <p:cNvPr id="28" name="Picture 27" descr="Landing-pag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504" y="2514600"/>
            <a:ext cx="1580030" cy="777240"/>
          </a:xfrm>
          <a:prstGeom prst="rect">
            <a:avLst/>
          </a:prstGeom>
        </p:spPr>
      </p:pic>
      <p:pic>
        <p:nvPicPr>
          <p:cNvPr id="29" name="Picture 28" descr="Landing-page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664" y="4937760"/>
            <a:ext cx="1580030" cy="777240"/>
          </a:xfrm>
          <a:prstGeom prst="rect">
            <a:avLst/>
          </a:prstGeom>
        </p:spPr>
      </p:pic>
      <p:pic>
        <p:nvPicPr>
          <p:cNvPr id="30" name="Picture 29" descr="Landing-page-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504" y="4937760"/>
            <a:ext cx="158003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Doctor &amp; Admin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3 —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6080"/>
                </a:solidFill>
              </a:rPr>
              <a:t>👨⚕️  Doctor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•  Confirm / cancel / complete appointments</a:t>
            </a:r>
          </a:p>
          <a:p>
            <a:pPr algn="l"/>
            <a:r>
              <a:rPr sz="1400" b="0">
                <a:solidFill>
                  <a:srgbClr val="1E293B"/>
                </a:solidFill>
              </a:rPr>
              <a:t>•  Issue prescriptions → appointment auto-completed</a:t>
            </a:r>
          </a:p>
          <a:p>
            <a:pPr algn="l"/>
            <a:r>
              <a:rPr sz="1400" b="0">
                <a:solidFill>
                  <a:srgbClr val="1E293B"/>
                </a:solidFill>
              </a:rPr>
              <a:t>•  Edit, archive, delete prescriptions</a:t>
            </a:r>
          </a:p>
          <a:p>
            <a:pPr algn="l"/>
            <a:r>
              <a:rPr sz="1400" b="0">
                <a:solidFill>
                  <a:srgbClr val="1E293B"/>
                </a:solidFill>
              </a:rPr>
              <a:t>•  See patient blood group on prescription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57784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6080"/>
                </a:solidFill>
              </a:rPr>
              <a:t>🛡️ 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•  Real-time platform statistics</a:t>
            </a:r>
          </a:p>
          <a:p>
            <a:pPr algn="l"/>
            <a:r>
              <a:rPr sz="1400" b="0">
                <a:solidFill>
                  <a:srgbClr val="1E293B"/>
                </a:solidFill>
              </a:rPr>
              <a:t>•  Delete users — cascade removes all data</a:t>
            </a:r>
          </a:p>
          <a:p>
            <a:pPr algn="l"/>
            <a:r>
              <a:rPr sz="1400" b="0">
                <a:solidFill>
                  <a:srgbClr val="1E293B"/>
                </a:solidFill>
              </a:rPr>
              <a:t>•  Monitor all appointments &amp; contact messages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  <p:pic>
        <p:nvPicPr>
          <p:cNvPr id="15" name="Picture 14" descr="Doctor-Dashboard-overview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05" y="3794760"/>
            <a:ext cx="4647149" cy="2286000"/>
          </a:xfrm>
          <a:prstGeom prst="rect">
            <a:avLst/>
          </a:prstGeom>
        </p:spPr>
      </p:pic>
      <p:pic>
        <p:nvPicPr>
          <p:cNvPr id="16" name="Picture 15" descr="Admin-Dashboard-overview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427211"/>
            <a:ext cx="5212080" cy="25638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MediBot &amp; Global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3 — Special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080"/>
                </a:solidFill>
              </a:rPr>
              <a:t>🤖  MediBot — AI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Powered by Groq — Llama 3.1 8B Instant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Answers platform-related questions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Available globally on all pages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Responds in Bangla if user writes in Bangla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Max 512 tokens — concise responses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57784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080"/>
                </a:solidFill>
              </a:rPr>
              <a:t>🔍  Global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Trigger: navbar icon or Ctrl+K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Debounced — 300ms delay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92240" y="2834640"/>
          <a:ext cx="5212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Can Search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Guest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Doctors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Patient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Doctors · own appointments · prescriptions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Doctor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Patients · own appointments · prescriptions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All users · appointments ·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  <p:pic>
        <p:nvPicPr>
          <p:cNvPr id="15" name="Picture 14" descr="Medi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34" y="4069080"/>
            <a:ext cx="4089491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4 — Testing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080"/>
                </a:solidFill>
              </a:rPr>
              <a:t>Testing Approach:  Manual + Integration Testing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Test Area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Auth flows (register, login, 2FA, OAuth)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All auth paths tested end-to-end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Appointment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PENDING → CONFIRMED →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Prescription CRUD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Create, edit, archive, delete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Medicine reminder + email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Cron trigger → email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Medical vault upload/delete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Upload, rename, delete verified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Security &amp; authorization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Unauthorized access → 401/403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Edge cases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Past date, duplicate email, expired OTP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5 — What Was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3560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51206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Email Verification (24h token)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30552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30552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Two-Factor Authentication (2FA)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35224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449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935224"/>
            <a:ext cx="51206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Google &amp; GitHub OAuth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39896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4962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739896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770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Appointment Booking &amp;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44568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5429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544568"/>
            <a:ext cx="51206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817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Digital Prescriptions + PDF Download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49240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4589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349240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Automated Medicine Reminders (email)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325880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43560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1325880"/>
            <a:ext cx="51206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14630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Medical Vault (cloud storage)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130552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240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130552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267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AI Chatbot — MediBot (Groq Llama 3.1)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935224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0449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2935224"/>
            <a:ext cx="51206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0723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Global Search (role-aware, Ctrl+K)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739896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84962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3739896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38770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Admin Dashboard &amp; User Management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544568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465429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4544568"/>
            <a:ext cx="51206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46817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Responsive UI — mobile + desktop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5349240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4589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5349240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0" y="5486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Production Deployment — Live on Vercel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263640"/>
            <a:ext cx="11430000" cy="201168"/>
          </a:xfrm>
          <a:prstGeom prst="rect">
            <a:avLst/>
          </a:prstGeom>
          <a:solidFill>
            <a:srgbClr val="0D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28192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All SDLC phases completed  ·  All requirements met  ·  Live on Vercel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Phase 5 —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68580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02920" cy="530352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35607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Push to GitHub (main branch)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080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84248"/>
            <a:ext cx="6858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84248"/>
            <a:ext cx="502920" cy="530352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756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93976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Vercel detects push → triggers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080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42615"/>
            <a:ext cx="68580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42615"/>
            <a:ext cx="502920" cy="530352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340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752344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Next.js build (pnpm build)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1729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080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6858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300984"/>
            <a:ext cx="502920" cy="530352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3924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1071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Serverless functions deployed globally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313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080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59352"/>
            <a:ext cx="68580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959352"/>
            <a:ext cx="502920" cy="530352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507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0690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Live at: mediscript-e.vercel.app  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7091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080"/>
                </a:solidFill>
              </a:rPr>
              <a:t>Key 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07492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Database: Supabase PostgreSQL + PgBouncer pooling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Cron: GitHub Actions — every 5 min → reminder emails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10 environment variables configured on Vercel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  <p:pic>
        <p:nvPicPr>
          <p:cNvPr id="34" name="Picture 33" descr="Vercel-deployme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783434"/>
            <a:ext cx="4297680" cy="21140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Real Problems — Real Fixes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2588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1A608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2FA re-auth after OTP verification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Magic token + DB OTP null check before session creation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Supabase SSL failure on Vercel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sslmode=no-verify + PgBouncer pooler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OAuth users have no password field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Check user.password === '' before allowing update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Medicine reminder time zone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Convert server time to Bangladesh Standard Time (UTC+6)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Prisma connection exhaustion in serverless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Singleton pattern via globalThis.prismaGlobal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Cascade delete — foreign key constraint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Manual delete in correct dependency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Stale JWT after profile name update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</a:rPr>
                        <a:t>Force window.location.reload() after save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What's Next for MediScript-E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749039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749039" cy="5029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 Short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Real-time notifications (WebSockets)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Doctor availability calendar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Patient-doctor rating system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Push notifications (PWA)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749039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749039" cy="5029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53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🚀  Medium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Video consultation (WebRTC)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Prescription QR code for pharmacies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Mobile app (React Native)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Multi-language support (Bangla)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749039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749039" cy="5029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353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🌐  Long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AI symptom checker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Payment gateway for telemedicine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HIPAA / GDPR compliance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National health record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3"/>
                </a:solidFill>
              </a:rPr>
              <a:t>SDLC Complete — Results &amp;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02920"/>
          </a:xfrm>
          <a:prstGeom prst="rect">
            <a:avLst/>
          </a:prstGeom>
          <a:solidFill>
            <a:srgbClr val="0D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SDLC Phases:   Requirements  →  Design  →  Implementation  →  Testing  →  Deployment  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080"/>
                </a:solidFill>
              </a:rPr>
              <a:t>What Was Achieved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36576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Secure auth — Email Verification, 2FA, OAuth, RBAC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36576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Complete patient-doctor workflow — booking to prescription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83280"/>
            <a:ext cx="36576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Automated medicine reminder system (cron + email)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36576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319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Secure cloud-based medical record 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89120"/>
            <a:ext cx="36576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4348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34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AI-powered chatbot assistant (MediBot — Groq Llama 3.1)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937759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3775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Deployed and live on Vercel — production ready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486400"/>
            <a:ext cx="114300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5955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E293B"/>
                </a:solidFill>
              </a:rPr>
              <a:t>"Structured Software Engineering methodology turns ideas into maintainable,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6080"/>
                </a:solidFill>
              </a:rPr>
              <a:t>scalable, and secure real-world applications."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0972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10312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0D4E3"/>
                </a:solidFill>
              </a:rPr>
              <a:t>MediScript-E  —  Your Health, Digitally Managed.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834640"/>
            <a:ext cx="395935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0175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Tushar Barua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Computer Science &amp; Engineering  ·  USTC, Chittagong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977639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D4E3"/>
                </a:solidFill>
              </a:rPr>
              <a:t>📧  tusharcoder269@gmail.com</a:t>
            </a:r>
          </a:p>
          <a:p>
            <a:pPr algn="ctr"/>
            <a:r>
              <a:rPr sz="1400" b="0">
                <a:solidFill>
                  <a:srgbClr val="B0D4E3"/>
                </a:solidFill>
              </a:rPr>
              <a:t>🔗  github.com/tusharsno</a:t>
            </a:r>
          </a:p>
          <a:p>
            <a:pPr algn="ctr"/>
            <a:r>
              <a:rPr sz="1400" b="0">
                <a:solidFill>
                  <a:srgbClr val="B0D4E3"/>
                </a:solidFill>
              </a:rPr>
              <a:t>🌐  mediscript-e.vercel.app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5257800"/>
            <a:ext cx="395935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54406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Open for Questions &amp; Discussion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188720"/>
            <a:ext cx="3200400" cy="2011680"/>
          </a:xfrm>
          <a:prstGeom prst="rect">
            <a:avLst/>
          </a:prstGeom>
          <a:solidFill>
            <a:srgbClr val="0A3A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1887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🎬  PLAY VIDEO
MediScript-E 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MediScript-E  |  Tushar Barua  |  CSE, USTC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